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RETO INSPIRA 2026  •  RESUMEN EJECUTIVO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</a:t>
            </a:r>
            <a:endParaRPr lang="en-US" sz="80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KYRON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lo que necesitas para vender y crecer: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159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tus líneas, tu web y cero complicaciones.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93776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5074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Carlos Mattar  —  Fundador &amp; CEO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4498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Emprendimiento Carlos Mattar  |  RIF J-50832149-9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89788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0424-1846016   |   📸 @systemkyron   |   🌐 system-kyron.vercel.app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|  DEFINICIÓN DEL PROBLEMA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Dolor de Cabeza Real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Pelear con la tecnología no debería ser tu trabajo.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71323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emprendedores y pequeños empresarios pierden tiempo y dinero contratando entre 3 y 5 proveedores distintos para resolver cosas básicas: instalar líneas, armar su web y organizar sus procesos.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del 60% de los emprendedores venezolanos no tiene presencia digital activa. Quienes la tienen reportan que gestionar varios proveedores les consume hasta un 40% de su tiempo productivo semanal.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resultado: negocios que no venden todo lo que podrían porque están atrapados resolviendo tecnología en vez de atender a sus clientes.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0" y="1645920"/>
            <a:ext cx="3474720" cy="146304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1691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0" y="24231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presencia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activa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3337560"/>
            <a:ext cx="3474720" cy="146304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33832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29600" y="41148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Tiempo perdido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semana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5029200"/>
            <a:ext cx="3474720" cy="146304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5074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0" y="58064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Proveedores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separados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|  PROPUESTA DE VALOR — LA SOLUCIÓN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Solución: Todo en Un Solo Lugar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Kyron es la única empresa que te da todo lo que necesita tu negocio, sin complicaciones.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7132320" cy="114300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4028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 Líneas Corporativas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67919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Comunicación para todo tu equipo, activa al instante y sin contratos imposibles de entender.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7132320" cy="114300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56616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Página Web Premium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00507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 plataforma web hecha a medida, rápida, hermosa y disponible las 24 horas del día para vender por ti.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800600"/>
            <a:ext cx="7132320" cy="114300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89204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Soluciones Sostenibles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533095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digitales para organizar tu negocio, eliminar el papel y crecer sin caos operativo.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nos hace únicos?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2514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Un solo proveedor para todo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31729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Precios claros y transparentes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383133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Planes que crecen contigo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48970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Atención humana, no robots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5148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Formalización legal incluida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|  MERCADO OBJETIVO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¿A Quién Le Hablamos?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 del Cliente Ideal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 Emprendedores, dueños de negocios familiares y directores de PyMEs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6148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 Ubicación: Venezuela, con proyección regional a corto plazo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19856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🎂  Edad: 22 a 50 años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78224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Intereses: Crecer su negocio, ahorrar tiempo, tener imagen profesional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3659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Activos en redes sociales, buscan soluciones rápidas y de confianza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16002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Tamaño del Mercado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2103120"/>
            <a:ext cx="3657600" cy="132588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17627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500K+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9600" y="28072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 y PyMEs activas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Venezuela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3639312"/>
            <a:ext cx="3657600" cy="132588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371246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5,000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29600" y="4343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Clientes potenciales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(solo el 1% del mercado)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5175504"/>
            <a:ext cx="3657600" cy="132588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524865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229600" y="58795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Potencial de expansión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países con realidades similares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 |  MODELO DE NEGOCIO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¿Cómo Generamos Ingresos?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Simple, transparente y escalable.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1274552" cy="118872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221992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463040" y="2331720"/>
            <a:ext cx="36576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2402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Suscripción — Líneas Corporativas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2697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Cobro mensual recurrente por cada línea de comunicación activa en la empresa del cliente.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11274552" cy="118872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593592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463040" y="3703320"/>
            <a:ext cx="36576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 + Mantenimiento — Webs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40690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Pago inicial por el desarrollo web más una cuota mensual de mantenimiento y actualizaciones.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74552" cy="118872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965192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1463040" y="5074920"/>
            <a:ext cx="36576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49834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Paquetes Integrales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54406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Planes combinados (líneas + web + soluciones) con descuento. El cliente ahorra, nosotros fidelizamos.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Escalabilidad: A mayor número de clientes, menor costo por cliente → mayor margen de ganancia.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 |  ESTRATEGIA DE MARKETING Y VENTAS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¿Cómo Nos Van a Conocer?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669280" cy="201168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Redes Sociales (Instagram &amp; TikTok)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educativo en el lenguaje del emprendedor: 'Cómo armar tu web sin pagar de más'. Generamos confianza antes de vender.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669280" cy="201168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057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 Referidos y Boca a Boca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578608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cliente satisfecho nos recomienda. Programa de referidos: el cliente gana un descuento por cada empresa que nos trae.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5669280" cy="201168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97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 Alianzas con Incubadoras y Cámaras de Comercio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818888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 posicionamos como el proveedor tecnológico recomendado para nuevos negocios en proceso de formalización.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4160520"/>
            <a:ext cx="5669280" cy="201168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4297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Demostración en Vivo — Nuestra Propia Web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818888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system-kyron.vercel.app es nuestra mejor carta de presentación. El cliente ve el producto real antes de comprar.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 |  IMPACTO SOCIAL Y AMBIENTAL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que un Negocio, un Cambio Real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 Impacto Social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5577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Kyron democratiza el acceso a la tecnología. Un emprendedor de barrio tiene hoy la misma capacidad de proyección digital que una empresa grande, sin necesitar grandes presupuestos.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Esto genera empleos formales, fortalece la economía local y ayuda a más venezolanos a formalizarse y a crecer.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2784" y="1554480"/>
            <a:ext cx="45720" cy="4754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🌱  Impacto Ambiental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92240" y="2212848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Promovemos el modelo 100% cero papel. Todos nuestros procesos son digitales: contratos, facturas, comunicaciones y gestión de clientes.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cliente que sumamos al sistema digital deja de usar papel en sus operaciones diarias, reduciendo su huella de carbono desde el primer día que nos contrata.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263640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"No vendemos solo tecnología. Vendemos un futuro más organizado, más justo y más sostenible."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 |  ESTADO ACTUAL Y HOJA DE RUTA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¿Dónde Estamos y a Dónde Vamos?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Actual: Idea con prototipo funcional — Etapa de concurso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Plataforma web (prototipo) construida y funcionando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Negocio registrado legalmente (RIF J-50832149-9)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Modelo de negocio validado conceptualmente con investigación de mercado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— Próximos 6 Meses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3566160" cy="256032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4023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 1-2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4165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PRIMEROS CLIENTES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4965192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Activar canales de venta, conseguir los primeros 10 clientes de pago entre líneas y webs.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336792"/>
            <a:ext cx="3566160" cy="7315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3886200"/>
            <a:ext cx="3566160" cy="256032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4023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 3-4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44165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34840" y="4965192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Iterar el producto con feedback real. Establecer 2 alianzas estratégicas con incubadoras o cámaras de comercio.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6336792"/>
            <a:ext cx="35661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3886200"/>
            <a:ext cx="3566160" cy="2560320"/>
          </a:xfrm>
          <a:prstGeom prst="rect">
            <a:avLst/>
          </a:prstGeom>
          <a:solidFill>
            <a:srgbClr val="0D111E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4023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 5-6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75320" y="44165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ESCALAMIENTO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75320" y="4965192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Lanzar paquetes integrales y apuntar a ingresos mensuales recurrentes que cubran los costos operativos.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6336792"/>
            <a:ext cx="3566160" cy="73152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HAGÁMOSLO</a:t>
            </a:r>
            <a:endParaRPr lang="en-US" sz="66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REALIDAD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Deja que nosotros nos encarguemos de la tecnología.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4005072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Tú dedícate a hacer lo que amas y a llevar tu negocio al siguiente nivel.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0" y="4663440"/>
            <a:ext cx="5788152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47731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Te hablamos claro, sin términos raros o técnicos.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5212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Soporte rápido de personas reales, no robots.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565099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Nos encargamos de todo el trabajo pesado por ti.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291072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0424-1846016   |   📸 @systemkyron   |   🌐 system-kyron.vercel.app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2026-05-12T00:31:53Z</dcterms:created>
  <dcterms:modified xsi:type="dcterms:W3CDTF">2026-05-12T00:31:53Z</dcterms:modified>
</cp:coreProperties>
</file>