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SYSTEM KYRON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Innovación, seguridad y cumplimiento en un solo ecosistema.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486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Presentado por Carlos Mattar | Reto InspiraVe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 Reto de la Informalidad y la Inseguridad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Las Pymes y Startups en Venezuela enfrentan procesos manuales y complejos.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Falta de plataformas seguras para proteger datos y propiedad intelectual.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Consecuencia: Crecimiento estancado y vulnerabilidad digital.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Kyron: La Solución Integral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Plataforma web B2B que centraliza la operatividad diaria y facilita la formalización legal (SAPI/RNE).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Operatividad: Gestión administrativa y encuestas de calidad.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Formalización: Base tecnológica preparada para certificaciones.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El Valor: Tranquilidad operativa y blindaje total de los datos.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Innovación Bajo el Capó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Autenticación criptográfica ('Blind Index').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Arquitectura en la nube ultrarrápida (desplegada en Vercel).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Sistema propietario 'PasswordGate' para control de accesos.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Viabilidad y Modelo de Negocio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Modelo SaaS B2B enfocado en ecosistemas de emprendimiento.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Suscripciones (Tiers): Planes mensuales/anuales según capacidad.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Setup Fee: Integración y onboarding personalizado.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Escalabilidad: Infraestructura lista para soportar 10,000 Pymes.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Impacto Social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Reducimos drásticamente la informalidad empresarial en Venezuela.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Educamos a los emprendedores en protección de datos legales.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</a:rPr>
              <a:t>• Creamos una economía digital transparente y segura.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Estado Actual y Hoja de Ruta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Hitos Logrados: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</a:rPr>
              <a:t>• Plataforma estable desplegada en producción.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</a:rPr>
              <a:t>• RIF corporativo formalizado (J-50832149-9).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</a:rPr>
              <a:t>• Exoneración y registro completado ante el SAPI.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Próximos 6 meses: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</a:rPr>
              <a:t>• Adquirir e integrar nuestros primeros 10 clientes piloto.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</a:rPr>
              <a:t>• Consolidar alianzas estratégicas con 2 incubadoras clave.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2026-05-11T23:54:04Z</dcterms:created>
  <dcterms:modified xsi:type="dcterms:W3CDTF">2026-05-11T23:54:04Z</dcterms:modified>
</cp:coreProperties>
</file>